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NHANES Data Analysis: Exploring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Analyzing Age, Gender, BMI, and Waist-to-Height Ratio</a:t>
            </a:r>
            <a:br/>
            <a:r>
              <a:t>Presented by: Data Analyst</a:t>
            </a:r>
            <a:br/>
            <a:r>
              <a:t>Date: June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NHANES dataset (2003-2006) with 18619 participants after cleaning.</a:t>
            </a:r>
            <a:br/>
            <a:r>
              <a:t>Features: Age, Gender, BMI, Waist-to-Height Ratio, CRP</a:t>
            </a:r>
            <a:br/>
            <a:r>
              <a:t>Cleaning: Dropped rows with missing critical features; encoded Gender (Male: 1, Female: 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Correlation with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Correlations with CRP:</a:t>
            </a:r>
            <a:br/>
            <a:r>
              <a:t>Age: 0.177</a:t>
            </a:r>
            <a:br/>
            <a:r>
              <a:t>Gender: -0.067</a:t>
            </a:r>
            <a:br/>
            <a:r>
              <a:t>BMI: 0.246</a:t>
            </a:r>
            <a:br/>
            <a:r>
              <a:t>WaistToHeightRatio: 0.230</a:t>
            </a:r>
            <a:br/>
            <a:br/>
            <a:r>
              <a:t>Insight: BMI and Waist-to-Height Ratio show stronger positive correlations with CRP.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BMI vs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Observation: Higher BMI is associated with elevated CRP levels, indicating inflammation risk.</a:t>
            </a:r>
          </a:p>
        </p:txBody>
      </p:sp>
      <p:pic>
        <p:nvPicPr>
          <p:cNvPr id="4" name="Picture 3" descr="bmi_vs_cr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CRP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Insight: Females (0) tend to have slightly higher median CRP levels than males (1).</a:t>
            </a:r>
          </a:p>
        </p:txBody>
      </p:sp>
      <p:pic>
        <p:nvPicPr>
          <p:cNvPr id="4" name="Picture 3" descr="crp_by_gende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Model Comparison:</a:t>
            </a:r>
            <a:br/>
            <a:r>
              <a:t>Random Forest (CRP): MSE=0.10, R²=0.21</a:t>
            </a:r>
            <a:br/>
            <a:r>
              <a:t>Ensemble of decision trees, robust to overfitting (winsorized CRP).</a:t>
            </a:r>
            <a:br/>
            <a:r>
              <a:t>Random Forest (LogCRP): MSE=0.08, R²=0.14</a:t>
            </a:r>
            <a:br/>
            <a:r>
              <a:t>Ensemble of decision trees, robust to overfitting (log-transformed CRP).</a:t>
            </a:r>
            <a:br/>
            <a:r>
              <a:t>XGBoost (CRP): MSE=0.09, R²=0.23</a:t>
            </a:r>
            <a:br/>
            <a:r>
              <a:t>Gradient boosting, high performance (winsorized CRP).</a:t>
            </a:r>
            <a:br/>
            <a:r>
              <a:t>XGBoost (LogCRP): MSE=0.08, R²=0.17</a:t>
            </a:r>
            <a:br/>
            <a:r>
              <a:t>Gradient boosting, high performance (log-transformed CRP).</a:t>
            </a:r>
            <a:br/>
            <a:br/>
            <a:r>
              <a:t>Recommendation: XGBoost slightly outperforms Random Forest.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Interesting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Participants with Waist-to-Height Ratio &gt; 0.6 have, on average, 2.5 times higher CRP levels, highlighting the link between central obesity and inflammation.</a:t>
            </a:r>
          </a:p>
        </p:txBody>
      </p:sp>
      <p:pic>
        <p:nvPicPr>
          <p:cNvPr id="4" name="Picture 3" descr="whtr_vs_cr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54864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defRPr sz="1800"/>
            </a:pPr>
            <a:r>
              <a:t>BMI and Waist-to-Height Ratio are key predictors of CRP, linking obesity to inflammation.</a:t>
            </a:r>
            <a:br/>
            <a:r>
              <a:t>XGBoost is recommended for prediction.</a:t>
            </a:r>
            <a:br/>
            <a:r>
              <a:t>Future Steps: Incorporate diet and activity data for improved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